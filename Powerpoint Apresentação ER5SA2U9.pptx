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d3648db4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0d3648db4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d3648db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d3648db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d3648db4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0d3648db4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0d3648db4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0d3648db4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d1ff9f2d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d1ff9f2d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0d3648db4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0d3648db4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d3648db4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0d3648db4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1ff9f2d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1ff9f2d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d3648db4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d3648db4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d3648db4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d3648db4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1ff9f2da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d1ff9f2da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69fa14b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169fa14b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1ff9f2da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d1ff9f2da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185e5f648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185e5f648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Xeqgv_BGrH-_nlGa-QOHgor49Vc0hd55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I1Fl23NZuTedEIPFGAOOsnbVO-VldAbM/view" TargetMode="External"/><Relationship Id="rId4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ki7JdOgYG6Qj69943kcvE0TY_as_u7Is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929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050" y="2276463"/>
            <a:ext cx="357187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940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Sites para </a:t>
            </a:r>
            <a:r>
              <a:rPr i="1" lang="pt-BR"/>
              <a:t>Retrogames: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finais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2420"/>
              <a:t>Apresentação da página desenvolvida para </a:t>
            </a:r>
            <a:r>
              <a:rPr b="1" i="1" lang="pt-BR" sz="2420"/>
              <a:t>Retrogames</a:t>
            </a:r>
            <a:endParaRPr b="1" i="1" sz="2420"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© 2021 </a:t>
            </a:r>
            <a:r>
              <a:rPr i="1" lang="pt-BR">
                <a:solidFill>
                  <a:schemeClr val="dk1"/>
                </a:solidFill>
              </a:rPr>
              <a:t>RETROGAMES</a:t>
            </a:r>
            <a:r>
              <a:rPr lang="pt-BR">
                <a:solidFill>
                  <a:schemeClr val="dk1"/>
                </a:solidFill>
              </a:rPr>
              <a:t> solicitou três layouts para seus sites em formato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desktop;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mobile, 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tablet.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</a:rPr>
              <a:t>Trata-se de uma página de notícias, especializada em jogos retrô.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638" y="3430488"/>
            <a:ext cx="109537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013" y="3578113"/>
            <a:ext cx="35718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2541300" y="4168675"/>
            <a:ext cx="40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Logo mínimo e logo completo da </a:t>
            </a:r>
            <a:r>
              <a:rPr i="1" lang="pt-BR"/>
              <a:t>Retrogames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Layout </a:t>
            </a:r>
            <a:r>
              <a:rPr i="1" lang="pt-BR"/>
              <a:t>Retrogames</a:t>
            </a:r>
            <a:endParaRPr i="1"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Versão desktop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1920p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Vídeo</a:t>
            </a:r>
            <a:r>
              <a:rPr lang="pt-BR"/>
              <a:t> percorrendo site para </a:t>
            </a:r>
            <a:r>
              <a:rPr lang="pt-BR"/>
              <a:t>desktop</a:t>
            </a:r>
            <a:endParaRPr/>
          </a:p>
        </p:txBody>
      </p:sp>
      <p:pic>
        <p:nvPicPr>
          <p:cNvPr id="80" name="Google Shape;80;p17" title="gravacao site desk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5913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Figma para comparação com resultado final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475" y="232550"/>
            <a:ext cx="5591053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Layout </a:t>
            </a:r>
            <a:r>
              <a:rPr i="1" lang="pt-BR"/>
              <a:t>Retrogames</a:t>
            </a:r>
            <a:endParaRPr i="1"/>
          </a:p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Versão mobile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320p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45353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Vídeo percorrendo site para mobile</a:t>
            </a:r>
            <a:endParaRPr/>
          </a:p>
        </p:txBody>
      </p:sp>
      <p:pic>
        <p:nvPicPr>
          <p:cNvPr id="98" name="Google Shape;98;p20" title="gravacao site mobil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50" y="304800"/>
            <a:ext cx="7526898" cy="42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45353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</a:t>
            </a:r>
            <a:r>
              <a:rPr lang="pt-BR"/>
              <a:t>rojeto Figma para comparação com resultado final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775" y="272650"/>
            <a:ext cx="2528700" cy="4360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5200" y="747713"/>
            <a:ext cx="2590800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Layout </a:t>
            </a:r>
            <a:r>
              <a:rPr i="1" lang="pt-BR"/>
              <a:t>Retrogames</a:t>
            </a:r>
            <a:endParaRPr i="1"/>
          </a:p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Versão tablet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768p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43829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Vídeo percorrendo site para tablet</a:t>
            </a:r>
            <a:endParaRPr/>
          </a:p>
        </p:txBody>
      </p:sp>
      <p:pic>
        <p:nvPicPr>
          <p:cNvPr id="117" name="Google Shape;117;p23" title="gravacao site table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43829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Figma para comparação com resultado final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225" y="318450"/>
            <a:ext cx="2528700" cy="4064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7850" y="392000"/>
            <a:ext cx="4810125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dos resultados</a:t>
            </a:r>
            <a:endParaRPr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Das </a:t>
            </a:r>
            <a:r>
              <a:rPr b="1" lang="pt-BR"/>
              <a:t>diferenças visuais e de codificação</a:t>
            </a:r>
            <a:endParaRPr b="1" i="1"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desktop;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mobile, 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R"/>
            </a:pPr>
            <a:r>
              <a:rPr lang="pt-BR">
                <a:solidFill>
                  <a:schemeClr val="dk1"/>
                </a:solidFill>
              </a:rPr>
              <a:t>tablet.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863" y="2417750"/>
            <a:ext cx="109537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7563" y="2565388"/>
            <a:ext cx="35718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2472725" y="3414300"/>
            <a:ext cx="40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Logo mínimo e logo completo da </a:t>
            </a:r>
            <a:r>
              <a:rPr i="1" lang="pt-BR"/>
              <a:t>Retrogames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2929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050" y="2276463"/>
            <a:ext cx="3571875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